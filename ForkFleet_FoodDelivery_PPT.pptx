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84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06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17920" y="-457200"/>
            <a:ext cx="2286000" cy="2286000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1645920" cy="1645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3840480"/>
            <a:ext cx="1097280" cy="1097280"/>
          </a:xfrm>
          <a:prstGeom prst="ellipse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🍴 Fork.Fleet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Delivery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3429000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11680" y="3429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9020" y="3429000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89020" y="3429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640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Key Highlights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92240" y="1072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Web 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1621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24028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92240" y="2169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Tracking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92240" y="2718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3375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92240" y="3266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Fallback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88620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0" y="3815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Hasti Mehta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Fork.Fleet is a modern, full-stack food delivery platform built for seamless ordering from browse to doorstep.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64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🛍️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menu, add to cart, checkout, track orders &amp; print bills. Powered by React + Framer Motion animations.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0" y="2468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to manage menu, orders, coupons, reviews &amp; customers. HTML/CSS/JS served by backend.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265176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3504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35040" y="2468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 with MongoDB, JWT auth, Razorpay integration, and in-memory DB fallback.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over/>
      </p:transition>
    </mc:Choice>
    <mc:Fallback xmlns="">
      <p:transition spd="med">
        <p:cover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365760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⚛ 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1682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 Tool)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2633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/ CSS3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3931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4059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Fetch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097280"/>
            <a:ext cx="2651760" cy="365760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BACKEND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73736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0" y="1682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21284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68833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0" y="2633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316382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363931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(Hashing)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0" y="411480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57600" y="4059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SDK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 DATABASE / INFRA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173736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629400" y="1682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/ Local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221284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62940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Fallback DB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46520" y="268833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629400" y="2633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31638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6294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46520" y="363931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62940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Serving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46520" y="411480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629400" y="4059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 Config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Directory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food-delivery-system/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18059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admin/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index.html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2539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4780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server.js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7020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1501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controllers/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3741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5981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src/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1560" y="38221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FoodDelivery.jsx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" y="40462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CheckoutPage.jsx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2702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MyOrdersPage.jsx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1560" y="44942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HeroSection.jsx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18888" y="121615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🛍️ admin/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18888" y="15544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admin panel (index.html). Served statically by Express at /admin.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64008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18888" y="240487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backend/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27432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server, Mongoose schemas, JWT auth, Razorpay, seeding &amp; all REST routes.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18888" y="359359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⚛️ frontend/src/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18888" y="39319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pages: Menu, Cart, Checkout, Order Tracking, Bill Printing. Framer Motion animations.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Menu Browsing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 (Burger, Pizza, Sushi, Salad, Dessert). Beautiful cards with ratings, calories &amp; badges.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9748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162763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adjust quantities, apply coupon codes, view subtotal, tax &amp; delivery fee in real 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9748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697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8076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Multi-Payment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online, UPI, COD options. QR fallback popup when online payment fails.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9748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status: Pending → Confirmed → Preparing → Out for Delivery → Delivered with visual timeline.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9748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91840" y="345643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Customizer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7947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spice level, extras, portion size and add personal notes to each food item.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269748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292608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🖨️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72200" y="345643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 Printing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7947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detailed itemized bills from the order tracking page, even for delivered/cancelled orders.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 dir="u"/>
      </p:transition>
    </mc:Choice>
    <mc:Fallback xmlns="">
      <p:transition spd="med">
        <p:wipe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PANEL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0" cy="3749040"/>
          </a:xfrm>
          <a:prstGeom prst="rect">
            <a:avLst/>
          </a:prstGeom>
          <a:solidFill>
            <a:srgbClr val="1A1A2E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Admin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1691640" cy="685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1664208"/>
            <a:ext cx="45720" cy="685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70078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1664208"/>
            <a:ext cx="1691640" cy="685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572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331720" y="170078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₹28.5K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31720" y="20299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487168"/>
            <a:ext cx="1691640" cy="685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2487168"/>
            <a:ext cx="45720" cy="6858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252374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28529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2487168"/>
            <a:ext cx="1691640" cy="685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40280" y="2487168"/>
            <a:ext cx="45720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31720" y="252374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31720" y="28529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Recent Orders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703320"/>
            <a:ext cx="3566160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#ORD-001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26080" y="3730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0" y="37307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4032504"/>
            <a:ext cx="3566160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" y="4032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#ORD-002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4059936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26080" y="40599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4361688"/>
            <a:ext cx="3566160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" y="4361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#ORD-003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0" y="438912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6B35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926080" y="4389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34840" y="1115568"/>
            <a:ext cx="43891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434840" y="1115568"/>
            <a:ext cx="54864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17720" y="11338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Order Management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17720" y="137160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update order statuses. Accept QR payments from orders table.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34840" y="1709928"/>
            <a:ext cx="43891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434840" y="1709928"/>
            <a:ext cx="54864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17720" y="172821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🍽️ Menu Management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196596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items. Toggle availability. Set categories, prices &amp; images.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434840" y="2304288"/>
            <a:ext cx="43891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434840" y="2304288"/>
            <a:ext cx="54864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17720" y="23225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 Coupon System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17720" y="256032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percent, flat or free-delivery coupons with min-order &amp; expiry.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34840" y="2898648"/>
            <a:ext cx="43891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434840" y="2898648"/>
            <a:ext cx="54864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617720" y="291693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Review Control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17720" y="315468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customer reviews shown on the menu page.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434840" y="3493008"/>
            <a:ext cx="43891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434840" y="3493008"/>
            <a:ext cx="54864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617720" y="3511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Customer Data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17720" y="374904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registered users and their order history.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34840" y="4087368"/>
            <a:ext cx="43891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434840" y="4087368"/>
            <a:ext cx="54864" cy="5303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617720" y="41056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Revenue Reports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17720" y="434340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Date-wise previous orders and revenue analytics.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over dir="r"/>
      </p:transition>
    </mc:Choice>
    <mc:Fallback xmlns="">
      <p:transition spd="med">
        <p:cover dir="r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46304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463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 Ready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cart &amp; applies coupon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55648" y="2221992"/>
            <a:ext cx="219456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01952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93392" y="1097280"/>
            <a:ext cx="146304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993392" y="1097280"/>
            <a:ext cx="1463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96312" y="120700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96312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93392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039112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Payment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39112" y="25786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UPI / COD selected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0" y="2221992"/>
            <a:ext cx="219456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21024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12464" y="1097280"/>
            <a:ext cx="146304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12464" y="109728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215384" y="1207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15384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12464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758184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Order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58184" y="25786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/api/payment/create-order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93792" y="2221992"/>
            <a:ext cx="219456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40096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31536" y="1097280"/>
            <a:ext cx="146304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431536" y="109728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934456" y="120700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934456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31536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477256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Payment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77256" y="25786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/api/payment/verify (signature)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12864" y="2221992"/>
            <a:ext cx="219456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059168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50608" y="1097280"/>
            <a:ext cx="146304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150608" y="109728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653528" y="120700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65352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50608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🎉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196328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Confirmed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96328" y="25786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confirmed in DB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520440"/>
            <a:ext cx="8595360" cy="12344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74320" y="3520440"/>
            <a:ext cx="54864" cy="12344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7200" y="35661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QR Fallback Flow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391363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online payment cannot start → Customer sees a demo QR popup → Order saved with pending payment state → Admin clicks "Accept QR" in orders table → PATCH /api/admin/orders/:id/payment marks payment as accepted.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split orient="vert"/>
      </p:transition>
    </mc:Choice>
    <mc:Fallback xmlns="">
      <p:transition spd="med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&amp; API ROUTES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3192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 Mongoose Schemas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65760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62763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email, password, phone, role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221992"/>
            <a:ext cx="365760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221992"/>
            <a:ext cx="54864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24942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MenuItem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963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category, price, cal, rating, badge, available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843784"/>
            <a:ext cx="365760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2843784"/>
            <a:ext cx="54864" cy="5486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287121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1181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orderId, items[], total, status, paymentMethod, address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465576"/>
            <a:ext cx="365760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65576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49300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7398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itemId, user, rating, text, avatar, date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4087368"/>
            <a:ext cx="365760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1480" y="4087368"/>
            <a:ext cx="54864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Coupon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616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code, type, discount, minOrder, maxUses, active, expiresAt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80560" y="1097280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480560" y="1097280"/>
            <a:ext cx="4389120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80560" y="1097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Key API Routes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15819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0" y="1581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03520" y="1572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52360" y="15727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signup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198424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0" y="19842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03520" y="1975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52360" y="197510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(JWT)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2386584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0" y="238658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03520" y="23774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/api/menu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52360" y="23774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menu items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278892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F6B35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572000" y="27889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03520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52360" y="27797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new order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0" y="3191256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572000" y="31912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303520" y="31821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/api/orders/my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52360" y="3182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history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0" y="359359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72000" y="359359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303520" y="3584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/api/admin/orders/:id/status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52360" y="3584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0" y="399592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F6B35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572000" y="39959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303520" y="3986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/api/coupons/validate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52360" y="39867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coupon code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0" y="4398264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9456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72000" y="439826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303520" y="4389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/api/admin/menu/:id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452360" y="4389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menu item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/>
      </p:transition>
    </mc:Choice>
    <mc:Fallback xmlns="">
      <p:transition spd="med">
        <p:push dir="l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STATUS LIFECYCLE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25880" y="1901952"/>
            <a:ext cx="713232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74520" y="1737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463040" cy="23774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1463040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received, awaiting confirmation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44952" y="1901952"/>
            <a:ext cx="713232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93592" y="1737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39112" y="1097280"/>
            <a:ext cx="1463040" cy="23774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039112" y="1097280"/>
            <a:ext cx="1463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39112" y="1234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84832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2240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accepted the 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64024" y="1901952"/>
            <a:ext cx="713232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12664" y="1737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58184" y="1097280"/>
            <a:ext cx="1463040" cy="23774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58184" y="1097280"/>
            <a:ext cx="1463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758184" y="1234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👨‍🍳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803904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3904" y="2240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is preparing your food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83096" y="1901952"/>
            <a:ext cx="713232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031736" y="1737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77256" y="1097280"/>
            <a:ext cx="1463040" cy="23774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77256" y="109728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77256" y="1234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🛵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22976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 for Delivery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22976" y="2240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on the way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96328" y="1097280"/>
            <a:ext cx="1463040" cy="23774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196328" y="109728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96328" y="1234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🎉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242048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42048" y="2240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delivered successfully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611880"/>
            <a:ext cx="8503920" cy="10972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0040" y="3611880"/>
            <a:ext cx="64008" cy="10972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" y="3639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Cancelled State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398678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can be cancelled at any stage. System stores: cancellation reason, timestamp, and who cancelled (customer or admin). Customer tracking page shows cancelled state clearly. Bills can still be printed after cancellation.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STATS &amp;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Pre-seeded Menu Items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078992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68880" y="1078992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207568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Stages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078992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1078992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1772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1772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207568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078992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66560" y="1078992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6656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6656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207568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69748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2697480"/>
            <a:ext cx="54864" cy="40233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269748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269748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with clean separation: Frontend / Backend / Admin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15468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3154680"/>
            <a:ext cx="54864" cy="40233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315468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15468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for both customers and admin with role-based access control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61188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0040" y="3611880"/>
            <a:ext cx="54864" cy="40233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361188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361188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gateway with QR code fallback and COD support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06908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0040" y="4069080"/>
            <a:ext cx="54864" cy="40233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1480" y="406908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" y="406908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automatic in-memory fallback for development environments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452628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20040" y="4526280"/>
            <a:ext cx="54864" cy="4023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11480" y="4526280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" y="452628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tracking, food customization, coupon validation &amp; bill printing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Fork.Fleet Food Delivery System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/>
      </p:transition>
    </mc:Choice>
    <mc:Fallback xmlns="">
      <p:transition spd="med">
        <p:push dir="l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6400800" cy="64008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0" y="365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🍴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Fork.Fleet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27048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27048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9776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79776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32504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32504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85232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85232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37960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37960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90688" y="4315968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90688" y="4315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by Hasti Mehta  |  Full-Stack Food Delivery Application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1123</Words>
  <Application>Microsoft Office PowerPoint</Application>
  <PresentationFormat>On-screen Show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Fork.Fleet – Food Delivery System</dc:title>
  <dc:subject>PptxGenJS Presentation</dc:subject>
  <dc:creator>PptxGenJS</dc:creator>
  <cp:lastModifiedBy>Partzhh_ 9</cp:lastModifiedBy>
  <cp:revision>4</cp:revision>
  <dcterms:created xsi:type="dcterms:W3CDTF">2026-04-08T23:25:52Z</dcterms:created>
  <dcterms:modified xsi:type="dcterms:W3CDTF">2026-04-09T00:41:53Z</dcterms:modified>
</cp:coreProperties>
</file>